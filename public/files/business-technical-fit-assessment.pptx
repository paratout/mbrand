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PORTFOLIO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fit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i="1" dirty="0">
                <a:solidFill>
                  <a:srgbClr val="575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this application do what the business process needs it to do, today - end to end, without shadow tools doing half the work next to it?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E7EFE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0604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by the BUSINESS OWNER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42976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429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follow-up that builds your backlog</a:t>
            </a:r>
            <a:endParaRPr lang="en-US" sz="130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rating below level 4 must answer: what would move it one level up?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663440"/>
            <a:ext cx="42976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8463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rate</a:t>
            </a:r>
            <a:endParaRPr lang="en-US" sz="130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mapped to the processes and capabilities they support, and one named business owner per application. No owner, no rating.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1554480"/>
          <a:ext cx="6400800" cy="4343400"/>
        </p:xfrm>
        <a:graphic>
          <a:graphicData uri="http://schemas.openxmlformats.org/drawingml/2006/table">
            <a:tbl>
              <a:tblPr/>
              <a:tblGrid>
                <a:gridCol w="685800"/>
                <a:gridCol w="5715000"/>
              </a:tblGrid>
              <a:tr h="10858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process runs end to end in the system - users would choose it again</a:t>
                      </a:r>
                      <a:endParaRPr lang="en-US" sz="12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7"/>
                    </a:solidFill>
                  </a:tcPr>
                </a:tc>
              </a:tr>
              <a:tr h="10858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Appropriate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job, with accepted and documented workarounds</a:t>
                      </a:r>
                      <a:endParaRPr lang="en-US" sz="12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E"/>
                    </a:solidFill>
                  </a:tcPr>
                </a:tc>
              </a:tr>
              <a:tr h="10858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8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Insufficient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gaps - spreadsheets and shadow tools are quietly filling them</a:t>
                      </a:r>
                      <a:endParaRPr lang="en-US" sz="12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CD7"/>
                    </a:solidFill>
                  </a:tcPr>
                </a:tc>
              </a:tr>
              <a:tr h="10858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4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Unreasonable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Actively obstructs the process it claims to support</a:t>
                      </a:r>
                      <a:endParaRPr lang="en-US" sz="12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E0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257800" y="5989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with the IT owner? The domain architect decides, referencing principles and roadmap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  -  free to use and adapt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PORTFOLIO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fit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i="1" dirty="0">
                <a:solidFill>
                  <a:srgbClr val="575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application healthy underneath - and will it still be standing, patchable, and connectable in three years?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E7EFE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0604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by the IT OWNER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42976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429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follow-up that builds your backlog</a:t>
            </a:r>
            <a:endParaRPr lang="en-US" sz="130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rating below level 4 must answer: what would move it one level up?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663440"/>
            <a:ext cx="42976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8463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rate</a:t>
            </a:r>
            <a:endParaRPr lang="en-US" sz="130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IT components mapped with current lifecycle dates. An unmapped stack makes any technical rating fiction.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1554480"/>
          <a:ext cx="6400800" cy="4343400"/>
        </p:xfrm>
        <a:graphic>
          <a:graphicData uri="http://schemas.openxmlformats.org/drawingml/2006/table">
            <a:tbl>
              <a:tblPr/>
              <a:tblGrid>
                <a:gridCol w="685800"/>
                <a:gridCol w="5715000"/>
              </a:tblGrid>
              <a:tr h="10858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appropriate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Current, supported stack - integrates through standard patterns</a:t>
                      </a:r>
                      <a:endParaRPr lang="en-US" sz="12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7"/>
                    </a:solidFill>
                  </a:tcPr>
                </a:tc>
              </a:tr>
              <a:tr h="10858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Adequate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Aging but supported - nothing blocking yet</a:t>
                      </a:r>
                      <a:endParaRPr lang="en-US" sz="12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E"/>
                    </a:solidFill>
                  </a:tcPr>
                </a:tc>
              </a:tr>
              <a:tr h="10858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8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Unreasonable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Components approaching end of support, integration debt accumulating</a:t>
                      </a:r>
                      <a:endParaRPr lang="en-US" sz="12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CD7"/>
                    </a:solidFill>
                  </a:tcPr>
                </a:tc>
              </a:tr>
              <a:tr h="10858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4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Inappropriate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Out-of-support technology, security exposure, or a vanished vendor</a:t>
                      </a:r>
                      <a:endParaRPr lang="en-US" sz="12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E0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257800" y="5989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with the business owner? The domain architect decides, referencing principles and roadmap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  -  free to use and adapt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2026-07-22T20:00:39Z</dcterms:created>
  <dcterms:modified xsi:type="dcterms:W3CDTF">2026-07-22T20:00:39Z</dcterms:modified>
</cp:coreProperties>
</file>