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822960"/>
            <a:ext cx="2011680" cy="2011680"/>
          </a:xfrm>
          <a:prstGeom prst="ellipse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1280160"/>
            <a:ext cx="1097280" cy="1097280"/>
          </a:xfrm>
          <a:prstGeom prst="ellipse">
            <a:avLst/>
          </a:prstGeom>
          <a:ln w="19050">
            <a:solidFill>
              <a:srgbClr val="3A35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7272" y="1490472"/>
            <a:ext cx="676656" cy="676656"/>
          </a:xfrm>
          <a:prstGeom prst="ellipse">
            <a:avLst/>
          </a:prstGeom>
          <a:ln w="25400">
            <a:solidFill>
              <a:srgbClr val="146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KIT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an architecture 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of every artifact - charter, agenda, decision paper, decision record, exception, mandate, and the scripts that hold the room together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article at mehdibamou.com/publications/architecture-board-forum-system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what, and when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artifacts, one owner each - if two roles own an artifact, nobody does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310896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One-page charter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chair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Founding, then reread once a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Wiki, linked from every agenda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+ 48h pre-reads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session - no pre-read, no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 page per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paper (pre-read)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Presenting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item needing a 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Attached to the agenda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Secretary, written in the 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verdict, published same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Numbered log, linked fact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Requesting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deviation from a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the exception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Secretary, generated not maintained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quarterly, expiries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 or repository tags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 / OKR handoff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team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 planning after each 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team's OKR 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Moderator's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moderator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session, verbatim is 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Printed, honestly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 owns decisions - the secretary owns paper - the moderator owns the clock. Three different people on a good day.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1 - OWNED BY THE CHAIR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one-page charter, filled 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charter is boring and short - this one fits a page in 11pt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4864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reference patterns, and exceptions to them (with expiry)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lifecycle: adopt, contain, phase out, retire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above EUR 250k impact or touching 3+ domains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diagrams per domain (re-issue on divergence)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DECIDE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6301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internals, sprint content, staffing, budgets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one project can settle inside an approved pattern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68172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Quorum: chair + 4, business seat present for process-touching items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Consent-based: passes unless a reasoned objection is stated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in the consent round is a recorded yes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Escalation: IT leadership, in writing, chair prepares both positions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94960" cy="4754880"/>
          </a:xfrm>
          <a:prstGeom prst="roundRect">
            <a:avLst>
              <a:gd name="adj" fmla="val 1731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- THE EXAMPLE ORG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enterprise architect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Votes: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domain architect - Supply chain domain architect - Corporate domain architect - Security architect - Platform lead - Global process owner, order-to-cash (business seat)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guests: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lead - Secretary (architecture office)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Tuesday, 13:00-14:15, protected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Visitors: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agenda item, ten-minute slots, leave at the verdict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4343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OUTCOMES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459028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with conditions - each condition has a name and a date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 with written questions - never "discuss again next time"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2 - OWNED BY THE SECRETARY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agenda that respects the clock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48 hours ahead with every pre-read attached - items without one do not appear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977640"/>
                <a:gridCol w="1051560"/>
                <a:gridCol w="22860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Brought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of the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 from last session - conditions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min, silence means on 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AB-041: One integration platform for the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domain architect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consolidation, 4 quarters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AB-042: Exception - keep legacy POS export for 2 markets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systems lead (visitor)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18-month expiry, reason on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AB-043: Target diagram re-issue, finance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Re-issue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domain architect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carve-out for market regulation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gap: 4th middleware question this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forum (via chair)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a paper for next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register - two expiries this quarter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with new reason, or close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6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- decisions read aloud, records published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43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 items per session is a healthy maximum - a board that needs five is a design forum that stopped doing its job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3 - OWNED BY THE PRESENTING ARCHITECT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paper - a worked pre-read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sent 48 hours ahead - this example is complete, not abridged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740664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AB-041 - How many integration platforms does this group intend to run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- THREE SENTENCES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5856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operates three integration platforms: the legacy broker (410 interfaces), the strategic platform (180), and a regional tool (60) acquired during an incident in 2019. Two markets are about to build new point-to-point interfaces to the same logistics provider through different tools. Annual run cost across the three: EUR 1.1-1.4m.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- TRADE-OFFS STATED TO BE ATTACKED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Consolidate on the strategic platform over 4 quarters.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migration effort ~2 FTE-years. Risk: 6 interfaces are mainframe-era. Gain: one skill set, one monitoring stack, run cost -40%.
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 Declare two strategic, fence the regional tool. </a:t>
            </a:r>
            <a:pPr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permanent double competence. Risk: the fence never holds - it has not once in this group's history. Gain: no migration.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9103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A. Sequenced by interface criticality, the two mainframe-era order flows exempted with expiry (see AB-042 request).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FACT SHEETS - LINKED, CORRECTED DURING PREP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7332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platforms - 11 highest-traffic applications - 2 stale owners fixed - 1 zombie record retired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481328"/>
            <a:ext cx="3520440" cy="4846320"/>
          </a:xfrm>
          <a:prstGeom prst="roundRect">
            <a:avLst>
              <a:gd name="adj" fmla="val 2338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PAPER WORKS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39328" y="1938528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ranges, honestly rounded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is a real option, not a strawman - its gain is stated fairly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of A is named by the author, not discovered by the room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was corrected before asking for anyone's time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is decidable in one sitting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9328" y="4480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TELLS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472744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"Alignment" in the title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option plus a strawman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numbers, or suspiciously exact ones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is "feedback"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4 - OWNED BY THE SECRETARY, WRITTEN IN THE 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record - published the same 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Numbered, one page, findable by people who were not there - this is AB-041 after the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740664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AB-041 - The group consolidates on one integration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Approved with conditions    -    Decided: 14 Apr    -    Quorum: 6 of 7, business seat present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platform becomes the group's single integration platform. The legacy broker moves to phase-out with successor set; the regional tool retires within 4 quarters. No new interfaces on either from today.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- EACH WITH A NAME AND A DATE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931920"/>
                <a:gridCol w="164592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sequence by interface criticality, published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domain architect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standstill risk assessed with process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O2C process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Mainframe-era order flows: exception AB-042, 18-month 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systems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+ successor set on all three platform fact 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31520" y="5577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5824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integration diagram v1.0 (dated) - from this record, a contract    -    Links: AB-042, 3 platform fact sheets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38160" y="1481328"/>
            <a:ext cx="3520440" cy="484632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9328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BEFORE CLOSING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39328" y="1920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record says: single platform, four quarters, two exemptions with expiry, four conditions as tabled. Objections to the wording?"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339328" y="31089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NUMBERING MATTERS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39328" y="33558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 AB-041" in an email ends an argument that would otherwise restart quarterly. The number is the product.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9328" y="4343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PUBLICATION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39328" y="45902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the room heard is the record that ships. Minutes circulated a week later are two different meetings in nine memories.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5 - OWNED BY THE REQUESTING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exception - request and register row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exception without an expiry is a standard you are embarrassed about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AB-042 - Exception request (worked)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deviated from: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AB-041, single integration platform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mainframe-era order flows, markets N and S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belongs to the order management program landing in 6 quarters - migrating twice doubles risk for zero gain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expiry: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exception: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broker runs at minimal support for 2 interfaces, ~EUR 60-80k/year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70916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5ECD7"/>
          </a:solidFill>
          <a:ln w="12700">
            <a:solidFill>
              <a:srgbClr val="D9BE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64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QUARTERLY REVIEW, IN PRACTICE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Expiries are the first standing agenda item of each quarter. Outcomes are binary: closed, or extended with a new reason and new date on the record. An extension without a new reason is a rejection.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394960" cy="4828032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45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- GENERATED, NOT MAINTAINED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1920240"/>
          <a:ext cx="49834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554480"/>
                <a:gridCol w="1234440"/>
                <a:gridCol w="822960"/>
                <a:gridCol w="685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Deviates from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integration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order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next 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identity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scanners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database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sandbox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- escalated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AB-021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Cloud-first hosting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servers, 1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once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73952" y="4206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 AS A KPI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73952" y="4462272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only grows: the board stopped saying no - or a standard deserves to die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outnumber closures: expiries are theater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expired-unreviewed row: the process, not the team, failed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6 - OWNED BY THE RECEIVING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verdict to key result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land in the receiving team's quarter - not in an architecture backlog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2E4E0"/>
          </a:solidFill>
          <a:ln w="12700">
            <a:solidFill>
              <a:srgbClr val="C999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FAILS - THE ARCHITECTURE BACKLOG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 team: ensure migration of legacy broker interfaces"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people who cannot do the work, sized by nobody, tracked in a deck no delivery team reads. Twelve months later: 4 of 410 interfaces moved, and the board looks decorative.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19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- THEIR QUARTER, THEIR WORDS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993392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team, Q3 -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 30 interfaces on the strategic platform, sequenced list AB-041/C1, zero P1 incidents during cutover"
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systems, Q3 - </a:t>
            </a:r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"Decommission plan for regional tool signed, last new interface dated"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11155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79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CONVERSATION - 30 MINUTES, BEFORE THE QUARTER STARTS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535424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brings: the verdict, the sequence, and what "done" means in repository terms (lifecycle flipped, interfaces re-linked)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brings: their sizing, their wording, their dependencies - the key result is written in their vocabulary, or it will be quietly deprioritized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leave with: one key result per team per verdict, at most - a mandate spread across four teams as eight KRs is confetti, not a plan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checkpoint session: the receiving teams score their own KRs with the board observing - including the red ones, especially the red ones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- OWNED BY THE MODERATOR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ten-minute visitor slot, minute by minute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earn project managers as allies is to be the most predictable meeting they attend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0136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14606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0136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7282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Moderator frames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691640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"AB-043, re-issue of the finance target diagram, paper was in the pre-read. The ask: approve the carve-out." No recap of the paper - it was read.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32888"/>
            <a:ext cx="111556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734056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14606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340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66090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speaks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62432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changed since the paper, and answers to the two written questions from the pre-read round. Slides optional and discouraged.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65576"/>
            <a:ext cx="111556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666744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14606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6674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5935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probes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557016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not speeches. The moderator interrupts any member's second consecutive minute - politely, every time, no exceptions for seniority.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398264"/>
            <a:ext cx="111556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9943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1460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9943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45262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round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4489704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Chair: "Objections to approving as tabled?" Each voting member answers: consent, objection with reason, or stand-aside noted by name.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330952"/>
            <a:ext cx="111556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5321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14606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532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545896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+ record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5422392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reads the draft record aloud. Visitor hears the exact wording, then leaves. The room moves on before the door closes.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- THE MODERATOR'S 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Sentences that hold the room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is allowed - these earn their keep in the awkward moments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42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 ITEM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paper proposes X. The ask is a decision today. Who has a question the paper does not answer?"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633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the 15-minute recap culture in about three sessions.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642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STATUS THEATER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190195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sounds like progress, not a decision. What are you asking the board to decide?"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633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 go back to the PMO deck where they belong.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127248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369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UNRIPE ITEM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fact sheets for this item are stale, so we would be deciding on fiction. Written questions to the author, back in two weeks."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five, not minute forty.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3127248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2369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RETRO-APPROVAL ATTEMPT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contract is signed, so there is no decision to make. What we can do is record the exception it created - with an expiry."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makes the fait accompli visible instead of blessed.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700016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097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FLUSHING THE SILENT VETO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" y="50474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"Consent round, by name. Consent, objection with reason, or stand-aside - a stand-aside is recorded and carries no veto later."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5779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in the round is a recorded yes, and everyone knows 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4700016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097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50474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"Three decisions, read aloud and agreed. Records publish today. Conditions have owners and dates - the secretary will chase, that is the job."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5779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is the product.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- OWNED BY THE SECRETARY + PRESENTING ARCHITECT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verdict: the same-week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that never becomes data is an opinion with a letterhead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663440"/>
                <a:gridCol w="201168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change, same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to phase-out, successor link set by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Presenting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session, 2-min standing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tag + expiry on the fact sheet - register regenerates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expiry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library updated, deviating applications flagged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forum, following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diagram v1.0 attached to the record - old target archived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Presenting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domain 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 issued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 reference added to the record once the quarter 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OKR checkpoint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212080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37667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quarterly diff: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hour, secretary + one architect - walk the quarter's decision log against the repository. Every mismatch is either work someone quietly skipped, or a decision reality has vetoed. Both belong on the next agenda.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quarter, and the first ninety days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 sessions a year do the compounding - the rest is cadence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QUARTERLY SESSION (FIRST OF EACH QUARTER)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teams score last quarter's architecture KRs themselves - board observes, leadership invited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register: expiries closed or extended-with-reason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Decision-log-versus-repository diff results - mismatches become agenda items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mandates confirmed with receiving teams in the room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YEAR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46227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the charter aloud - delete one rule that did not earn its keep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one domain architect seat and the moderator role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19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NINETY DAYS, COMPRESSED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975104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+ recruit the seven - business seat first
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session on two burning decisions - never on policy
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  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design forum starts - paper template published, two examples rewritten by hand
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  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in the repository, not on the agenda" goes live
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3  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PMO stage gate wired - first mandates into next quarter's team OKRs - first quarterly session, leadership observing
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    </a:t>
            </a:r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adding machinery - every addition argues its way in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480560"/>
            <a:ext cx="1828800" cy="1828800"/>
          </a:xfrm>
          <a:prstGeom prst="ellipse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4892040"/>
            <a:ext cx="1005840" cy="1005840"/>
          </a:xfrm>
          <a:prstGeom prst="ellipse">
            <a:avLst/>
          </a:prstGeom>
          <a:ln w="19050">
            <a:solidFill>
              <a:srgbClr val="3A35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 of a good board is not what it decides.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FB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what nobody needs to bring to it anymore, because the answer is already written down.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every artifact in this deck: the charter and paper templates (DOCX) and the decision log and exception register (XLSX) ship alongside it in the library.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2026-07-25T18:08:01Z</dcterms:created>
  <dcterms:modified xsi:type="dcterms:W3CDTF">2026-07-25T18:08:01Z</dcterms:modified>
</cp:coreProperties>
</file>