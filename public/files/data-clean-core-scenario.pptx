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1005840"/>
            <a:ext cx="2011680" cy="2011680"/>
          </a:xfrm>
          <a:prstGeom prst="rect">
            <a:avLst/>
          </a:prstGeom>
          <a:ln w="12700">
            <a:solidFill>
              <a:srgbClr val="3A35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1463040"/>
            <a:ext cx="1097280" cy="1097280"/>
          </a:xfrm>
          <a:prstGeom prst="rect">
            <a:avLst/>
          </a:prstGeom>
          <a:ln w="25400">
            <a:solidFill>
              <a:srgbClr val="1460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011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8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MODEL IN A CLEAN CORE PROGRAMME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AF9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moves, one worked object,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AF9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a cutover that closes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CFC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object model turns clean core from a slogan into a lookup: mastership published before the design workshops, the attribute triage, localization as a data question, and a dual-write window with an expiry date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60350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8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to mehdibamou.com/publications/data-strategy-object-model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DECK EXISTS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"we need a modification" requests are ownership disputes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arrives at the design session, and what is actually being negotiated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mehdibamou.com  -  free to use and adapt</a:t>
            </a:r>
            <a:endParaRPr lang="en-US" sz="9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1124712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931920"/>
                <a:gridCol w="36576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request says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0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usually 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0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answers 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06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"The standard cannot handle our supplier verification"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Their local register masters supplier data and nobody told them it will not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mastership list, published before the workshop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"We need one more field on the customer screen"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Nobody has decided whether that field is a group attribute or a local 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attribute triage - three answers, decided by looking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"This is a legal requirement in our market"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Sometimes true. Often a preference that has been true for a decade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jurisdiction-scoped attribute list, which is short and checkable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"Our data cannot leave the country"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Almost always true, and nobody can say where it sits today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object-to-IT-component join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"We will keep our system running alongside"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Reasonable, and unregistered - which is the actual problem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reference copy with a purpose and an expiry date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349240"/>
            <a:ext cx="11247120" cy="868680"/>
          </a:xfrm>
          <a:prstGeom prst="roundRect">
            <a:avLst>
              <a:gd name="adj" fmla="val 9474"/>
            </a:avLst>
          </a:prstGeom>
          <a:solidFill>
            <a:srgbClr val="1C191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5321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FC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the ownership question first and the functional conversation gets shorter, calmer, and more honest. Expect the argument - it is finite, once per object, and then it is written down.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SEQUENCE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moves, in this order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is cheap. The order is what makes them work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mehdibamou.com  -  free to use and adapt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3566160" cy="2057400"/>
          </a:xfrm>
          <a:prstGeom prst="roundRect">
            <a:avLst>
              <a:gd name="adj" fmla="val 4000"/>
            </a:avLst>
          </a:prstGeom>
          <a:solidFill>
            <a:srgbClr val="E7EFEE"/>
          </a:solidFill>
          <a:ln w="12700">
            <a:solidFill>
              <a:srgbClr val="BFD4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92808"/>
            <a:ext cx="384048" cy="384048"/>
          </a:xfrm>
          <a:prstGeom prst="ellipse">
            <a:avLst/>
          </a:prstGeom>
          <a:solidFill>
            <a:srgbClr val="14606B"/>
          </a:solidFill>
          <a:ln w="12700">
            <a:solidFill>
              <a:srgbClr val="1460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92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36829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Mastership before modules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286207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object mastership list before the functional design sessions. One afternoon of publishing, two uncomfortable weeks of argument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1691640"/>
            <a:ext cx="3566160" cy="2057400"/>
          </a:xfrm>
          <a:prstGeom prst="roundRect">
            <a:avLst>
              <a:gd name="adj" fmla="val 4000"/>
            </a:avLst>
          </a:prstGeom>
          <a:solidFill>
            <a:srgbClr val="E7EFEE"/>
          </a:solidFill>
          <a:ln w="12700">
            <a:solidFill>
              <a:srgbClr val="BFD4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1892808"/>
            <a:ext cx="384048" cy="384048"/>
          </a:xfrm>
          <a:prstGeom prst="ellipse">
            <a:avLst/>
          </a:prstGeom>
          <a:solidFill>
            <a:srgbClr val="14606B"/>
          </a:solidFill>
          <a:ln w="12700">
            <a:solidFill>
              <a:srgbClr val="1460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1892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26280" y="236829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attribute triage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26280" y="286207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key attribute, jurisdiction-scoped, or local. Same request, three completely different answers, decided by lookup rather than by argument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92440" y="1691640"/>
            <a:ext cx="356616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1892808"/>
            <a:ext cx="384048" cy="384048"/>
          </a:xfrm>
          <a:prstGeom prst="ellipse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892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21040" y="236829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Localization as a data question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21040" y="286207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attributes flagged and scoped on the factsheet. "Build it once" stops being an aspiration and becomes a row somebody points at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977640"/>
            <a:ext cx="356616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4178808"/>
            <a:ext cx="384048" cy="384048"/>
          </a:xfrm>
          <a:prstGeom prst="ellipse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465429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Interfaces follow the model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31520" y="514807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canonical shape is the key attribute list. One owner per object is integration rule two. Two documents, one set of facts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97680" y="3977640"/>
            <a:ext cx="356616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26280" y="4178808"/>
            <a:ext cx="384048" cy="384048"/>
          </a:xfrm>
          <a:prstGeom prst="ellipse">
            <a:avLst/>
          </a:prstGeom>
          <a:solidFill>
            <a:srgbClr val="B98A2E"/>
          </a:solidFill>
          <a:ln w="12700">
            <a:solidFill>
              <a:srgbClr val="B98A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628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26280" y="465429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Residency by the component join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526280" y="514807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query, not an investigation. Sometimes bad news - but on day four rather than in the second week of user acceptance testing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092440" y="3977640"/>
            <a:ext cx="356616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21040" y="4178808"/>
            <a:ext cx="384048" cy="384048"/>
          </a:xfrm>
          <a:prstGeom prst="ellipse">
            <a:avLst/>
          </a:prstGeom>
          <a:solidFill>
            <a:srgbClr val="B98A2E"/>
          </a:solidFill>
          <a:ln w="12700">
            <a:solidFill>
              <a:srgbClr val="B98A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321040" y="465429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cutover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321040" y="514807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Mastership move with a dual-write window that is a registered exception with an expiry, not an understanding between two teams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 mastership before the design workshops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highest-yield thing in a programme of this kind, and it costs an afternoon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mehdibamou.com  -  free to use and adapt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5486400" cy="2788920"/>
          </a:xfrm>
          <a:prstGeom prst="roundRect">
            <a:avLst>
              <a:gd name="adj" fmla="val 2951"/>
            </a:avLst>
          </a:prstGeom>
          <a:solidFill>
            <a:srgbClr val="E7EFEE"/>
          </a:solidFill>
          <a:ln w="12700">
            <a:solidFill>
              <a:srgbClr val="BFD4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1051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PUBLISH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21408"/>
          <a:ext cx="49377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4630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0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0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0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ERP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Procurement ops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 of CRM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ERP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ERP, moving Q4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system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 ops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309360" y="1600200"/>
            <a:ext cx="544068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0" y="181051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PUBLISH IT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583680" y="2139696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list to every market lead and every workstream lead, in one message, with one sentence: this is the current proposal, tell us where it is wrong within two weeks.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out loud that a mastership decision made privately reads as arbitrary and gets relitigated forever. Making it in public, early, is what makes it stick.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objections you get back are the real design input. Most of them are about two or three objects, and those are the ones worth a board decision.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4572000"/>
            <a:ext cx="11247120" cy="1691640"/>
          </a:xfrm>
          <a:prstGeom prst="roundRect">
            <a:avLst>
              <a:gd name="adj" fmla="val 4865"/>
            </a:avLst>
          </a:prstGeom>
          <a:solidFill>
            <a:srgbClr val="1C191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47548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PREVENTS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22960" y="5047488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FC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market discovers in month five that their system no longer masters something. By then the functional design assumes it does, the interfaces have been built, and the conversation is not a design conversation any more - it is an escalation with a schedule attached.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TWO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attribute triage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need one more field" - the same request, three answers, decided by looking rather than arguing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mehdibamou.com  -  free to use and adapt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3566160" cy="3794760"/>
          </a:xfrm>
          <a:prstGeom prst="roundRect">
            <a:avLst>
              <a:gd name="adj" fmla="val 2308"/>
            </a:avLst>
          </a:prstGeom>
          <a:solidFill>
            <a:srgbClr val="E7EFEE"/>
          </a:solidFill>
          <a:ln w="12700">
            <a:solidFill>
              <a:srgbClr val="BFD4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84708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58952" y="2103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key attribute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58952" y="274320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D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58952" y="2980944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market needs it and it is not market-specific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8952" y="370332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D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GOES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58952" y="3941064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extension, registered. The factsheet gains an attribute, applied everywhere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58952" y="464515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D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58952" y="488289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Upgrade-safe. One decision, one build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1645920"/>
            <a:ext cx="3566160" cy="3794760"/>
          </a:xfrm>
          <a:prstGeom prst="roundRect">
            <a:avLst>
              <a:gd name="adj" fmla="val 2308"/>
            </a:avLst>
          </a:prstGeom>
          <a:solidFill>
            <a:srgbClr val="E3EFE7"/>
          </a:solidFill>
          <a:ln w="12700">
            <a:solidFill>
              <a:srgbClr val="9DC4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53712" y="184708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53712" y="2103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Jurisdiction-scoped and statutory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53712" y="274320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D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53712" y="2980944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Somebody can name the law, the regulator, or the reporting obligation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53712" y="370332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D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GOES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53712" y="3941064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 layer, built once per requirement. Factsheet records the jurisdictions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53712" y="464515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D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53712" y="488289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Upgrade-safe. The second market asking gets pointed at a row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92440" y="1645920"/>
            <a:ext cx="3566160" cy="37947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48472" y="184708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348472" y="2103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and not statutory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48472" y="274320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D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348472" y="2980944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for this market, no legal basis, no group need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348472" y="370332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D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GOES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348472" y="3941064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or the fit-gap list. Factsheet records it as local, with an owner and a review date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348472" y="464515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D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348472" y="488289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stays clean and nobody was told their requirement was invalid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" y="5623560"/>
            <a:ext cx="11247120" cy="658368"/>
          </a:xfrm>
          <a:prstGeom prst="roundRect">
            <a:avLst>
              <a:gd name="adj" fmla="val 12500"/>
            </a:avLst>
          </a:prstGeom>
          <a:solidFill>
            <a:srgbClr val="F5ECD7"/>
          </a:solidFill>
          <a:ln w="12700">
            <a:solidFill>
              <a:srgbClr val="D9BE8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577900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First, always: can configuration do it? Check the country versions and the modules nobody activated. A striking share of "impossible" requests are switched off rather than absent.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THREE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Localization becomes a data question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statutory bucket finally has somewhere to live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mehdibamou.com  -  free to use and adapt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553212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470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- AN ARGUMENT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194560"/>
            <a:ext cx="4983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market says a field is legally required. Somebody disagrees. The discussion is about who is more credible, and it happens again in the next market, and again in the one after that.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can produce a list of what is genuinely statutory, so nobody can say how much of the programme is legal requirement and how much is habit.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55080" y="1645920"/>
            <a:ext cx="5394960" cy="2377440"/>
          </a:xfrm>
          <a:prstGeom prst="roundRect">
            <a:avLst>
              <a:gd name="adj" fmla="val 3462"/>
            </a:avLst>
          </a:prstGeom>
          <a:solidFill>
            <a:srgbClr val="E3EFE7"/>
          </a:solidFill>
          <a:ln w="12700">
            <a:solidFill>
              <a:srgbClr val="9DC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8470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- A FIELD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629400" y="2194560"/>
            <a:ext cx="4846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factsheet has a jurisdiction-scoped attribute list. A statutory field goes on it, with the jurisdictions named. A preference does not.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register that falls out is both the localization backlog and the honest answer to how much of this programme is legal requirement.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206240"/>
          <a:ext cx="112471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91840"/>
                <a:gridCol w="2194560"/>
                <a:gridCol w="2286000"/>
                <a:gridCol w="16459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0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0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Jurisdictions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0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where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0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06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 identifier format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A, B, C, E, 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Localization 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Live, one build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Statutory address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B, 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Localization 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Live, one build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reporting flag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Localization 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Live, one build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Consent basis and record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Core, scoped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Statutory contract fields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C, 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Localization 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build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502920" y="60350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D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programme the honest figure was under fifteen per cent of what had been claimed. Having the list made that a calm conversation rather than an accusation.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FOUR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interface layer follows the model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coincidence - the integration standard and the data model are one document seen from two sides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mehdibamou.com  -  free to use and adapt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1124712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77724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rule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0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model supplies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06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Released contracts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object's contract list, with direction and pattern, from the object-to-interface join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owner per data object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master field on the factsheet. This rule IS the data model, restated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Canonical shape in the middle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key attribute list. Dialects translate at the edge; the canonical form is the eight to fifteen attributes people argued about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 middleware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rules belong to whoever owns the object, side-by-side, not in transformation logic nobody owns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 by default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latency the factsheet promises consumers is what makes async acceptable to them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Idempotent and replayable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identifier scheme and cross-reference table are what make a second arrival safe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532120"/>
            <a:ext cx="11247120" cy="777240"/>
          </a:xfrm>
          <a:prstGeom prst="roundRect">
            <a:avLst>
              <a:gd name="adj" fmla="val 10588"/>
            </a:avLst>
          </a:prstGeom>
          <a:solidFill>
            <a:srgbClr val="F2E4E0"/>
          </a:solidFill>
          <a:ln w="12700">
            <a:solidFill>
              <a:srgbClr val="C9998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705856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separately, the two disagree within two quarters - and the disagreement is discovered by a delivery team at the worst possible moment. One owner, one list, two views.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Residency answered by the component join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conversation that used to take six weeks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mehdibamou.com  -  free to use and adapt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3520440" cy="402336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4708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12140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"Our customer data cannot leave the country. Where does it sit today?"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06324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D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MODEL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3310128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vendors, three architects and about six weeks. The answer arrives incomplete, and the incompleteness is discovered later by an auditor.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97680" y="1645920"/>
            <a:ext cx="3657600" cy="4023360"/>
          </a:xfrm>
          <a:prstGeom prst="roundRect">
            <a:avLst>
              <a:gd name="adj" fmla="val 2250"/>
            </a:avLst>
          </a:prstGeom>
          <a:solidFill>
            <a:srgbClr val="E7EFEE"/>
          </a:solidFill>
          <a:ln w="12700">
            <a:solidFill>
              <a:srgbClr val="BFD4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84708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MODEL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214884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Links for the object, type "object to IT component".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names the component, the region, and the market it serves.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 the open exceptions for anything already registered.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days, including the part where you verify two of them by hand because you do not fully trust the record yet.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0" y="1645920"/>
            <a:ext cx="3520440" cy="4023360"/>
          </a:xfrm>
          <a:prstGeom prst="roundRect">
            <a:avLst>
              <a:gd name="adj" fmla="val 2338"/>
            </a:avLst>
          </a:prstGeom>
          <a:solidFill>
            <a:srgbClr val="F5ECD7"/>
          </a:solidFill>
          <a:ln w="12700">
            <a:solidFill>
              <a:srgbClr val="D9BE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184708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UNCOMFORTABLE PART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503920" y="2148840"/>
            <a:ext cx="3017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the answer is bad news: data is somewhere it should not be, or the target design moves it somewhere the market cannot accept.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bad news on day four rather than in the second week of user acceptance testing, which is an entirely different kind of bad news - one that still has options attached to it.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5852160"/>
            <a:ext cx="11247120" cy="457200"/>
          </a:xfrm>
          <a:prstGeom prst="roundRect">
            <a:avLst>
              <a:gd name="adj" fmla="val 18000"/>
            </a:avLst>
          </a:prstGeom>
          <a:solidFill>
            <a:srgbClr val="1C191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9436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C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residency answer is the single clearest return on the object-to-IT-component join, and the reason the application versus component distinction is worth the pedantry.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SIX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mastership move runbook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riskiest event in any migration, because for a period two systems are both writing and both believe they are right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mehdibamou.com  -  free to use and adapt</a:t>
            </a:r>
            <a:endParaRPr lang="en-US" sz="9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112471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5852160"/>
                <a:gridCol w="3657600"/>
              </a:tblGrid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0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0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Recorded where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06B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minus 8 weeks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Board decision on the move, with the date and the dual-write window length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log, and the factsheet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minus 6 weeks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the dual-write window as an exception with an expiry 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 register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minus 4 weeks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 the consumer list from the join table. Every consumer confirms which system they will read from, and when they switch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Links sheet, plus a line per consumer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minus 2 weeks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Reconciliation rule agreed - which system wins on conflict, and who is called when it happens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Factsheet note, and the runbook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Cutover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master goes live. Old master becomes a system of reference with a stated end 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Links: role changes from Master to Reference, expiry 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 open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reconciliation count published. A rising count is a rollback signal, not a nuisance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programme report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 closes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 write path switched off. Exception closed. Factsheet change log updated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 register, factsheet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plus 4 weeks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the old master has no writes. Only now is the move done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Attestation by the object 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623560"/>
            <a:ext cx="11247120" cy="685800"/>
          </a:xfrm>
          <a:prstGeom prst="roundRect">
            <a:avLst>
              <a:gd name="adj" fmla="val 12000"/>
            </a:avLst>
          </a:prstGeom>
          <a:solidFill>
            <a:srgbClr val="F2E4E0"/>
          </a:solidFill>
          <a:ln w="12700">
            <a:solidFill>
              <a:srgbClr val="C9998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78815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seen a dual-write window meant to last three weeks run for two years, entirely because nobody wrote down when it should end. An expiry date in a register costs thirty seconds.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WORKED OBJECT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Supplier, before and after one quarter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illustrative, shape exact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mehdibamou.com  -  free to use and adapt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54864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9998C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777240" y="18470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masters and nobody sure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2606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783080" y="267004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appearing as master, depending on who you asked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320954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783080" y="327355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fields accumulated in the core over a decade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77240" y="38130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783080" y="387705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 in circulation. The carrier argument had been had three times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77240" y="44165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783080" y="4480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registers, unregistered and invisible to the programme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77240" y="502005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wks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508406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answer where a market's data physically sat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1645920"/>
            <a:ext cx="5486400" cy="4114800"/>
          </a:xfrm>
          <a:prstGeom prst="roundRect">
            <a:avLst>
              <a:gd name="adj" fmla="val 2000"/>
            </a:avLst>
          </a:prstGeom>
          <a:solidFill>
            <a:srgbClr val="E3EFE7"/>
          </a:solidFill>
          <a:ln w="12700">
            <a:solidFill>
              <a:srgbClr val="9DC4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18470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ONE QUARTER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37960" y="2103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master, two references with dates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37960" y="2606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726680" y="267004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of record, published before the design workshops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37960" y="320954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11+3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726680" y="327355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key attributes, plus jurisdiction-scoped ones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537960" y="38130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726680" y="387705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definition, with a boundary line. The carrier argument has not recurred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537960" y="44165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726680" y="44805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registers kept as side-by-side systems, with contracts and expiry dates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537960" y="502005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days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726680" y="508406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answer the residency question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02920" y="5897880"/>
            <a:ext cx="11247120" cy="457200"/>
          </a:xfrm>
          <a:prstGeom prst="roundRect">
            <a:avLst>
              <a:gd name="adj" fmla="val 18000"/>
            </a:avLst>
          </a:prstGeom>
          <a:solidFill>
            <a:srgbClr val="1C191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59893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C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six of the forty custom fields retired - not by campaign, but because nobody could name the decision they fed. Six is not a triumph. It is evidence that the question works.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PROGRAMME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Keeping the model true while everything is moving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programme generates more object change in a year than the previous five combined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mehdibamou.com  -  free to use and adapt</a:t>
            </a:r>
            <a:endParaRPr lang="en-US" sz="9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112471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743200"/>
                <a:gridCol w="3108960"/>
                <a:gridCol w="22860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0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acts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0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updates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0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it is checked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06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workstream proposes a new field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Steward classifies against the triage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Attributes sheet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forum, weekly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market requests an extension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 classifies against the four places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Extension register and, if relevant, the factsheet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forum, or board if mastership moves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interface is built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lead registers 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Links: object to interface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two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system is added to the landscape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 adds the object links with roles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Links: object to application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two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is moved to a new 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lead updates the component link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Links: object to IT 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 attestation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Mastership moves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Board decides; owner executes the runbook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Factsheet, Links roles, exception register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Board, then attestation at T plus 4 weeks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policy changes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 owner edits one factsheet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Factsheet, then the model generates the scope list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Owners' circle, quarterly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623560"/>
            <a:ext cx="11247120" cy="685800"/>
          </a:xfrm>
          <a:prstGeom prst="roundRect">
            <a:avLst>
              <a:gd name="adj" fmla="val 12000"/>
            </a:avLst>
          </a:prstGeom>
          <a:solidFill>
            <a:srgbClr val="E7EFEE"/>
          </a:solidFill>
          <a:ln w="12700">
            <a:solidFill>
              <a:srgbClr val="BFD4D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78815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in this table is a new meeting. Every row lands in a forum or a gate that already exists, which is the only reason the model is still accurate when the programme ends.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lines in the report that already goes out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report. No new meeting. No new governance body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mehdibamou.com  -  free to use and adapt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2651760" cy="3108960"/>
          </a:xfrm>
          <a:prstGeom prst="roundRect">
            <a:avLst>
              <a:gd name="adj" fmla="val 3103"/>
            </a:avLst>
          </a:prstGeom>
          <a:solidFill>
            <a:srgbClr val="E7EFEE"/>
          </a:solidFill>
          <a:ln w="12700">
            <a:solidFill>
              <a:srgbClr val="BFD4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" y="19385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22376" y="22128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6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of 10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22376" y="28346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Objects with a single confirmed master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22376" y="36118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headline. One contradiction, named, with a board decision attached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55848" y="1737360"/>
            <a:ext cx="2651760" cy="31089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75304" y="19385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75304" y="22128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575304" y="28346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reference copies past expiry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575304" y="36118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unauthorized copy as of today, which is a different thing from an approved one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08776" y="1737360"/>
            <a:ext cx="2651760" cy="3108960"/>
          </a:xfrm>
          <a:prstGeom prst="roundRect">
            <a:avLst>
              <a:gd name="adj" fmla="val 3103"/>
            </a:avLst>
          </a:prstGeom>
          <a:solidFill>
            <a:srgbClr val="E7EFEE"/>
          </a:solidFill>
          <a:ln w="12700">
            <a:solidFill>
              <a:srgbClr val="BFD4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8232" y="19385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28232" y="22128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6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of 10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428232" y="28346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Objects attested this quarter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28232" y="36118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leading indicator. An object unattested for a year has an owner who stopped reading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61704" y="1737360"/>
            <a:ext cx="2651760" cy="31089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19385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281160" y="22128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9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9281160" y="28346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Extensions classified as local, not statutory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281160" y="36118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localization honesty check. It should fall every quarter of a clean core programme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5074920"/>
            <a:ext cx="11247120" cy="1234440"/>
          </a:xfrm>
          <a:prstGeom prst="roundRect">
            <a:avLst>
              <a:gd name="adj" fmla="val 6667"/>
            </a:avLst>
          </a:prstGeom>
          <a:solidFill>
            <a:srgbClr val="1C191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2578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FOR ALL FOUR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" y="555955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FC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the specific items, not only the totals. "Nine of ten objects have a single master" is a statistic. "Price has two masters, board decision ADR-092, window closes 24 December" is a thing somebody does something about.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the programme has already begun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the normal case, and it changes only the order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mehdibamou.com  -  free to use and adapt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5532120" cy="4114800"/>
          </a:xfrm>
          <a:prstGeom prst="roundRect">
            <a:avLst>
              <a:gd name="adj" fmla="val 2000"/>
            </a:avLst>
          </a:prstGeom>
          <a:solidFill>
            <a:srgbClr val="E7EFEE"/>
          </a:solidFill>
          <a:ln w="12700">
            <a:solidFill>
              <a:srgbClr val="BFD4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0195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 WEEK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2286000"/>
            <a:ext cx="256032" cy="256032"/>
          </a:xfrm>
          <a:prstGeom prst="ellipse">
            <a:avLst/>
          </a:prstGeom>
          <a:solidFill>
            <a:srgbClr val="14606B"/>
          </a:solidFill>
          <a:ln w="12700">
            <a:solidFill>
              <a:srgbClr val="1460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286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07008" y="2267712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objects from the interfaces the programme has already designed - that list exists and nobody has read it as an object list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2980944"/>
            <a:ext cx="256032" cy="256032"/>
          </a:xfrm>
          <a:prstGeom prst="ellipse">
            <a:avLst/>
          </a:prstGeom>
          <a:solidFill>
            <a:srgbClr val="14606B"/>
          </a:solidFill>
          <a:ln w="12700">
            <a:solidFill>
              <a:srgbClr val="1460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9809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07008" y="2962656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 master for the ten that appear most often. Publish it as a proposal with a two-week objection window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3675888"/>
            <a:ext cx="256032" cy="256032"/>
          </a:xfrm>
          <a:prstGeom prst="ellipse">
            <a:avLst/>
          </a:prstGeom>
          <a:solidFill>
            <a:srgbClr val="14606B"/>
          </a:solidFill>
          <a:ln w="12700">
            <a:solidFill>
              <a:srgbClr val="1460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6758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07008" y="365760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top three disputes to the board with a decision paper each, rather than letting them run as workstream friction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4370832"/>
            <a:ext cx="256032" cy="256032"/>
          </a:xfrm>
          <a:prstGeom prst="ellipse">
            <a:avLst/>
          </a:prstGeom>
          <a:solidFill>
            <a:srgbClr val="14606B"/>
          </a:solidFill>
          <a:ln w="12700">
            <a:solidFill>
              <a:srgbClr val="1460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370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07008" y="4352544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gate question to whatever intake form the programme already uses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2960" y="5065776"/>
            <a:ext cx="256032" cy="256032"/>
          </a:xfrm>
          <a:prstGeom prst="ellipse">
            <a:avLst/>
          </a:prstGeom>
          <a:solidFill>
            <a:srgbClr val="14606B"/>
          </a:solidFill>
          <a:ln w="12700">
            <a:solidFill>
              <a:srgbClr val="1460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065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07008" y="5047488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factsheets for the ten, one page each, aliases and boundary lines included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09360" y="1691640"/>
            <a:ext cx="544068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9998C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6583680" y="190195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29400" y="2267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95160" y="226771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buy a catalog, an MDM platform or a quality tool. All of them get better once the decisions exist and none of them substitutes for making them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629400" y="29626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95160" y="296265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model more than fifteen objects in the first pass. A hundred and forty objects is a monument, not a model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629400" y="3657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95160" y="36576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create a data governance board. Three quarters of the decisions belong in the design forum you already run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629400" y="43525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95160" y="4352544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write a definition before somebody has pulled two hundred rows and read them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629400" y="50474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995160" y="504748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run the model as a project. Accurate on day one, fiction by month nine - the wiring into the gates is the deliverable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02920" y="5897880"/>
            <a:ext cx="11247120" cy="457200"/>
          </a:xfrm>
          <a:prstGeom prst="roundRect">
            <a:avLst>
              <a:gd name="adj" fmla="val 18000"/>
            </a:avLst>
          </a:prstGeom>
          <a:solidFill>
            <a:srgbClr val="1C191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59893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C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mastership argument is unpleasant, finite, and the whole point. Skip it and you have written down the current confusion in a neater font.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2026-08-11T13:03:24Z</dcterms:created>
  <dcterms:modified xsi:type="dcterms:W3CDTF">2026-08-11T13:03:24Z</dcterms:modified>
</cp:coreProperties>
</file>